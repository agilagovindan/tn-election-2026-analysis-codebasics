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40E36-BD57-4245-9885-9BA5C4D92136}" v="79" dt="2026-05-21T23:36:09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ilagovindan20@outlook.com" userId="17a5e5f406806acd" providerId="LiveId" clId="{05F8A6DC-6B8D-40B2-9937-CE23CBBBE902}"/>
    <pc:docChg chg="undo custSel addSld modSld sldOrd">
      <pc:chgData name="agilagovindan20@outlook.com" userId="17a5e5f406806acd" providerId="LiveId" clId="{05F8A6DC-6B8D-40B2-9937-CE23CBBBE902}" dt="2026-05-21T23:37:19.756" v="677" actId="6549"/>
      <pc:docMkLst>
        <pc:docMk/>
      </pc:docMkLst>
      <pc:sldChg chg="addSp delSp modSp mod">
        <pc:chgData name="agilagovindan20@outlook.com" userId="17a5e5f406806acd" providerId="LiveId" clId="{05F8A6DC-6B8D-40B2-9937-CE23CBBBE902}" dt="2026-05-21T01:03:03.568" v="234" actId="207"/>
        <pc:sldMkLst>
          <pc:docMk/>
          <pc:sldMk cId="1873698400" sldId="258"/>
        </pc:sldMkLst>
        <pc:spChg chg="mod">
          <ac:chgData name="agilagovindan20@outlook.com" userId="17a5e5f406806acd" providerId="LiveId" clId="{05F8A6DC-6B8D-40B2-9937-CE23CBBBE902}" dt="2026-05-21T01:02:10.002" v="227"/>
          <ac:spMkLst>
            <pc:docMk/>
            <pc:sldMk cId="1873698400" sldId="258"/>
            <ac:spMk id="2" creationId="{A302501C-60FF-BF0B-308A-829B054F740A}"/>
          </ac:spMkLst>
        </pc:spChg>
        <pc:spChg chg="add del mod">
          <ac:chgData name="agilagovindan20@outlook.com" userId="17a5e5f406806acd" providerId="LiveId" clId="{05F8A6DC-6B8D-40B2-9937-CE23CBBBE902}" dt="2026-05-21T00:53:04.408" v="71" actId="21"/>
          <ac:spMkLst>
            <pc:docMk/>
            <pc:sldMk cId="1873698400" sldId="258"/>
            <ac:spMk id="3" creationId="{702CAEDB-46EE-CA60-4FC4-28D6C872AE59}"/>
          </ac:spMkLst>
        </pc:spChg>
        <pc:spChg chg="add mod">
          <ac:chgData name="agilagovindan20@outlook.com" userId="17a5e5f406806acd" providerId="LiveId" clId="{05F8A6DC-6B8D-40B2-9937-CE23CBBBE902}" dt="2026-05-21T01:02:30.502" v="228" actId="207"/>
          <ac:spMkLst>
            <pc:docMk/>
            <pc:sldMk cId="1873698400" sldId="258"/>
            <ac:spMk id="4" creationId="{E4E9FEAC-9873-DCB1-A907-880876F23E10}"/>
          </ac:spMkLst>
        </pc:spChg>
        <pc:spChg chg="add mod">
          <ac:chgData name="agilagovindan20@outlook.com" userId="17a5e5f406806acd" providerId="LiveId" clId="{05F8A6DC-6B8D-40B2-9937-CE23CBBBE902}" dt="2026-05-21T01:02:41.960" v="230" actId="207"/>
          <ac:spMkLst>
            <pc:docMk/>
            <pc:sldMk cId="1873698400" sldId="258"/>
            <ac:spMk id="5" creationId="{97040988-4D8B-D523-E026-065AB2668ED6}"/>
          </ac:spMkLst>
        </pc:spChg>
        <pc:spChg chg="add mod">
          <ac:chgData name="agilagovindan20@outlook.com" userId="17a5e5f406806acd" providerId="LiveId" clId="{05F8A6DC-6B8D-40B2-9937-CE23CBBBE902}" dt="2026-05-21T01:02:46.336" v="231" actId="207"/>
          <ac:spMkLst>
            <pc:docMk/>
            <pc:sldMk cId="1873698400" sldId="258"/>
            <ac:spMk id="6" creationId="{CCD05B03-9D38-C48A-3B98-F93375CAD6EC}"/>
          </ac:spMkLst>
        </pc:spChg>
        <pc:spChg chg="add mod">
          <ac:chgData name="agilagovindan20@outlook.com" userId="17a5e5f406806acd" providerId="LiveId" clId="{05F8A6DC-6B8D-40B2-9937-CE23CBBBE902}" dt="2026-05-21T01:02:52.698" v="232" actId="207"/>
          <ac:spMkLst>
            <pc:docMk/>
            <pc:sldMk cId="1873698400" sldId="258"/>
            <ac:spMk id="7" creationId="{71E39643-6AEC-03DA-2FBD-9B2095E0960D}"/>
          </ac:spMkLst>
        </pc:spChg>
        <pc:spChg chg="add mod">
          <ac:chgData name="agilagovindan20@outlook.com" userId="17a5e5f406806acd" providerId="LiveId" clId="{05F8A6DC-6B8D-40B2-9937-CE23CBBBE902}" dt="2026-05-21T01:02:59.296" v="233" actId="207"/>
          <ac:spMkLst>
            <pc:docMk/>
            <pc:sldMk cId="1873698400" sldId="258"/>
            <ac:spMk id="8" creationId="{1091DCA5-6D08-8859-E2C4-C4329AB5B434}"/>
          </ac:spMkLst>
        </pc:spChg>
        <pc:spChg chg="add mod">
          <ac:chgData name="agilagovindan20@outlook.com" userId="17a5e5f406806acd" providerId="LiveId" clId="{05F8A6DC-6B8D-40B2-9937-CE23CBBBE902}" dt="2026-05-21T01:03:03.568" v="234" actId="207"/>
          <ac:spMkLst>
            <pc:docMk/>
            <pc:sldMk cId="1873698400" sldId="258"/>
            <ac:spMk id="9" creationId="{C483A9E4-F040-3283-C5E5-CF804B32BEA5}"/>
          </ac:spMkLst>
        </pc:spChg>
      </pc:sldChg>
      <pc:sldChg chg="addSp delSp modSp add mod">
        <pc:chgData name="agilagovindan20@outlook.com" userId="17a5e5f406806acd" providerId="LiveId" clId="{05F8A6DC-6B8D-40B2-9937-CE23CBBBE902}" dt="2026-05-21T13:53:06.717" v="314" actId="27636"/>
        <pc:sldMkLst>
          <pc:docMk/>
          <pc:sldMk cId="1862932758" sldId="259"/>
        </pc:sldMkLst>
        <pc:spChg chg="mod">
          <ac:chgData name="agilagovindan20@outlook.com" userId="17a5e5f406806acd" providerId="LiveId" clId="{05F8A6DC-6B8D-40B2-9937-CE23CBBBE902}" dt="2026-05-21T13:53:06.717" v="314" actId="27636"/>
          <ac:spMkLst>
            <pc:docMk/>
            <pc:sldMk cId="1862932758" sldId="259"/>
            <ac:spMk id="2" creationId="{200083A5-D395-558D-1FA1-069257CDB488}"/>
          </ac:spMkLst>
        </pc:spChg>
        <pc:spChg chg="add mod">
          <ac:chgData name="agilagovindan20@outlook.com" userId="17a5e5f406806acd" providerId="LiveId" clId="{05F8A6DC-6B8D-40B2-9937-CE23CBBBE902}" dt="2026-05-21T13:52:49.597" v="308" actId="1076"/>
          <ac:spMkLst>
            <pc:docMk/>
            <pc:sldMk cId="1862932758" sldId="259"/>
            <ac:spMk id="3" creationId="{D5F41E8A-15C4-2033-85B9-5EA67E9A6790}"/>
          </ac:spMkLst>
        </pc:spChg>
        <pc:spChg chg="mod">
          <ac:chgData name="agilagovindan20@outlook.com" userId="17a5e5f406806acd" providerId="LiveId" clId="{05F8A6DC-6B8D-40B2-9937-CE23CBBBE902}" dt="2026-05-21T13:52:44.054" v="307" actId="1076"/>
          <ac:spMkLst>
            <pc:docMk/>
            <pc:sldMk cId="1862932758" sldId="259"/>
            <ac:spMk id="4" creationId="{7BC9202C-83BA-CBAB-86DA-8F479A19D59B}"/>
          </ac:spMkLst>
        </pc:spChg>
        <pc:spChg chg="del mod">
          <ac:chgData name="agilagovindan20@outlook.com" userId="17a5e5f406806acd" providerId="LiveId" clId="{05F8A6DC-6B8D-40B2-9937-CE23CBBBE902}" dt="2026-05-21T13:44:05.622" v="268" actId="478"/>
          <ac:spMkLst>
            <pc:docMk/>
            <pc:sldMk cId="1862932758" sldId="259"/>
            <ac:spMk id="5" creationId="{2E5201FC-8791-5532-D077-69FB5C922711}"/>
          </ac:spMkLst>
        </pc:spChg>
        <pc:spChg chg="del mod">
          <ac:chgData name="agilagovindan20@outlook.com" userId="17a5e5f406806acd" providerId="LiveId" clId="{05F8A6DC-6B8D-40B2-9937-CE23CBBBE902}" dt="2026-05-21T13:44:08.885" v="269" actId="478"/>
          <ac:spMkLst>
            <pc:docMk/>
            <pc:sldMk cId="1862932758" sldId="259"/>
            <ac:spMk id="6" creationId="{1095014B-D9EE-C628-B506-EAC06AC89F43}"/>
          </ac:spMkLst>
        </pc:spChg>
        <pc:spChg chg="del mod">
          <ac:chgData name="agilagovindan20@outlook.com" userId="17a5e5f406806acd" providerId="LiveId" clId="{05F8A6DC-6B8D-40B2-9937-CE23CBBBE902}" dt="2026-05-21T13:50:03.288" v="295" actId="478"/>
          <ac:spMkLst>
            <pc:docMk/>
            <pc:sldMk cId="1862932758" sldId="259"/>
            <ac:spMk id="7" creationId="{7D36A5EA-B171-BF1C-AE4C-39BA8525B7B3}"/>
          </ac:spMkLst>
        </pc:spChg>
        <pc:spChg chg="del mod">
          <ac:chgData name="agilagovindan20@outlook.com" userId="17a5e5f406806acd" providerId="LiveId" clId="{05F8A6DC-6B8D-40B2-9937-CE23CBBBE902}" dt="2026-05-21T13:50:08.666" v="296" actId="478"/>
          <ac:spMkLst>
            <pc:docMk/>
            <pc:sldMk cId="1862932758" sldId="259"/>
            <ac:spMk id="8" creationId="{7F716E3B-0C39-E871-8228-992927AFD9B1}"/>
          </ac:spMkLst>
        </pc:spChg>
        <pc:spChg chg="del mod">
          <ac:chgData name="agilagovindan20@outlook.com" userId="17a5e5f406806acd" providerId="LiveId" clId="{05F8A6DC-6B8D-40B2-9937-CE23CBBBE902}" dt="2026-05-21T13:50:12" v="297" actId="478"/>
          <ac:spMkLst>
            <pc:docMk/>
            <pc:sldMk cId="1862932758" sldId="259"/>
            <ac:spMk id="9" creationId="{06C8BD6E-2656-1FF2-D854-C8583E277F27}"/>
          </ac:spMkLst>
        </pc:spChg>
        <pc:spChg chg="add mod">
          <ac:chgData name="agilagovindan20@outlook.com" userId="17a5e5f406806acd" providerId="LiveId" clId="{05F8A6DC-6B8D-40B2-9937-CE23CBBBE902}" dt="2026-05-21T13:52:53.841" v="309" actId="1076"/>
          <ac:spMkLst>
            <pc:docMk/>
            <pc:sldMk cId="1862932758" sldId="259"/>
            <ac:spMk id="10" creationId="{D9783439-A637-188D-8E66-8A01C0862A38}"/>
          </ac:spMkLst>
        </pc:spChg>
      </pc:sldChg>
      <pc:sldChg chg="addSp delSp modSp add mod">
        <pc:chgData name="agilagovindan20@outlook.com" userId="17a5e5f406806acd" providerId="LiveId" clId="{05F8A6DC-6B8D-40B2-9937-CE23CBBBE902}" dt="2026-05-21T14:05:53.881" v="339" actId="27636"/>
        <pc:sldMkLst>
          <pc:docMk/>
          <pc:sldMk cId="964554257" sldId="260"/>
        </pc:sldMkLst>
        <pc:spChg chg="mod">
          <ac:chgData name="agilagovindan20@outlook.com" userId="17a5e5f406806acd" providerId="LiveId" clId="{05F8A6DC-6B8D-40B2-9937-CE23CBBBE902}" dt="2026-05-21T14:05:53.881" v="339" actId="27636"/>
          <ac:spMkLst>
            <pc:docMk/>
            <pc:sldMk cId="964554257" sldId="260"/>
            <ac:spMk id="2" creationId="{84EC488F-372B-7013-0973-95538A415969}"/>
          </ac:spMkLst>
        </pc:spChg>
        <pc:spChg chg="del">
          <ac:chgData name="agilagovindan20@outlook.com" userId="17a5e5f406806acd" providerId="LiveId" clId="{05F8A6DC-6B8D-40B2-9937-CE23CBBBE902}" dt="2026-05-21T14:02:51.798" v="327" actId="478"/>
          <ac:spMkLst>
            <pc:docMk/>
            <pc:sldMk cId="964554257" sldId="260"/>
            <ac:spMk id="3" creationId="{FB19A37E-EB0D-7BA4-C88D-C84134E3D219}"/>
          </ac:spMkLst>
        </pc:spChg>
        <pc:spChg chg="del">
          <ac:chgData name="agilagovindan20@outlook.com" userId="17a5e5f406806acd" providerId="LiveId" clId="{05F8A6DC-6B8D-40B2-9937-CE23CBBBE902}" dt="2026-05-21T14:02:46.267" v="326" actId="478"/>
          <ac:spMkLst>
            <pc:docMk/>
            <pc:sldMk cId="964554257" sldId="260"/>
            <ac:spMk id="4" creationId="{B89C7C0E-EA92-9E70-37F2-93761FCD9CDF}"/>
          </ac:spMkLst>
        </pc:spChg>
        <pc:spChg chg="del">
          <ac:chgData name="agilagovindan20@outlook.com" userId="17a5e5f406806acd" providerId="LiveId" clId="{05F8A6DC-6B8D-40B2-9937-CE23CBBBE902}" dt="2026-05-21T14:02:54.209" v="328" actId="478"/>
          <ac:spMkLst>
            <pc:docMk/>
            <pc:sldMk cId="964554257" sldId="260"/>
            <ac:spMk id="10" creationId="{78C26226-D0E7-D7B0-B89E-BDC4BC357D8D}"/>
          </ac:spMkLst>
        </pc:spChg>
        <pc:picChg chg="add mod">
          <ac:chgData name="agilagovindan20@outlook.com" userId="17a5e5f406806acd" providerId="LiveId" clId="{05F8A6DC-6B8D-40B2-9937-CE23CBBBE902}" dt="2026-05-21T14:04:33.543" v="337" actId="1076"/>
          <ac:picMkLst>
            <pc:docMk/>
            <pc:sldMk cId="964554257" sldId="260"/>
            <ac:picMk id="6" creationId="{385C998B-E57C-FBAB-BF77-EB3DEE394EF8}"/>
          </ac:picMkLst>
        </pc:picChg>
      </pc:sldChg>
      <pc:sldChg chg="addSp delSp modSp add mod ord">
        <pc:chgData name="agilagovindan20@outlook.com" userId="17a5e5f406806acd" providerId="LiveId" clId="{05F8A6DC-6B8D-40B2-9937-CE23CBBBE902}" dt="2026-05-21T14:28:21.028" v="422"/>
        <pc:sldMkLst>
          <pc:docMk/>
          <pc:sldMk cId="1559675044" sldId="261"/>
        </pc:sldMkLst>
        <pc:spChg chg="mod">
          <ac:chgData name="agilagovindan20@outlook.com" userId="17a5e5f406806acd" providerId="LiveId" clId="{05F8A6DC-6B8D-40B2-9937-CE23CBBBE902}" dt="2026-05-21T14:24:51.662" v="412" actId="207"/>
          <ac:spMkLst>
            <pc:docMk/>
            <pc:sldMk cId="1559675044" sldId="261"/>
            <ac:spMk id="2" creationId="{190ECEE6-50D2-743C-C9F6-9C9A2BA9DB84}"/>
          </ac:spMkLst>
        </pc:spChg>
        <pc:spChg chg="add del mod">
          <ac:chgData name="agilagovindan20@outlook.com" userId="17a5e5f406806acd" providerId="LiveId" clId="{05F8A6DC-6B8D-40B2-9937-CE23CBBBE902}" dt="2026-05-21T14:25:18.525" v="416" actId="478"/>
          <ac:spMkLst>
            <pc:docMk/>
            <pc:sldMk cId="1559675044" sldId="261"/>
            <ac:spMk id="3" creationId="{A3B7EB84-C2CC-216A-19F1-9A122FF9EEE7}"/>
          </ac:spMkLst>
        </pc:spChg>
        <pc:spChg chg="add mod">
          <ac:chgData name="agilagovindan20@outlook.com" userId="17a5e5f406806acd" providerId="LiveId" clId="{05F8A6DC-6B8D-40B2-9937-CE23CBBBE902}" dt="2026-05-21T14:25:46.110" v="419" actId="1076"/>
          <ac:spMkLst>
            <pc:docMk/>
            <pc:sldMk cId="1559675044" sldId="261"/>
            <ac:spMk id="4" creationId="{ADAECE63-23DD-3117-2309-FADD86C97E6C}"/>
          </ac:spMkLst>
        </pc:spChg>
        <pc:spChg chg="add mod">
          <ac:chgData name="agilagovindan20@outlook.com" userId="17a5e5f406806acd" providerId="LiveId" clId="{05F8A6DC-6B8D-40B2-9937-CE23CBBBE902}" dt="2026-05-21T14:25:41.628" v="418" actId="1076"/>
          <ac:spMkLst>
            <pc:docMk/>
            <pc:sldMk cId="1559675044" sldId="261"/>
            <ac:spMk id="5" creationId="{FDA829CF-E796-06F1-9150-A01D47BCB3EB}"/>
          </ac:spMkLst>
        </pc:spChg>
        <pc:spChg chg="add mod">
          <ac:chgData name="agilagovindan20@outlook.com" userId="17a5e5f406806acd" providerId="LiveId" clId="{05F8A6DC-6B8D-40B2-9937-CE23CBBBE902}" dt="2026-05-21T14:25:08.491" v="414" actId="1076"/>
          <ac:spMkLst>
            <pc:docMk/>
            <pc:sldMk cId="1559675044" sldId="261"/>
            <ac:spMk id="7" creationId="{8F019611-6C56-7EBE-E15F-ED91C4A23FA5}"/>
          </ac:spMkLst>
        </pc:spChg>
        <pc:picChg chg="del">
          <ac:chgData name="agilagovindan20@outlook.com" userId="17a5e5f406806acd" providerId="LiveId" clId="{05F8A6DC-6B8D-40B2-9937-CE23CBBBE902}" dt="2026-05-21T14:09:35.632" v="352" actId="478"/>
          <ac:picMkLst>
            <pc:docMk/>
            <pc:sldMk cId="1559675044" sldId="261"/>
            <ac:picMk id="6" creationId="{41244B84-C250-D635-84D9-4BB8635F8B43}"/>
          </ac:picMkLst>
        </pc:picChg>
      </pc:sldChg>
      <pc:sldChg chg="addSp delSp modSp add mod ord">
        <pc:chgData name="agilagovindan20@outlook.com" userId="17a5e5f406806acd" providerId="LiveId" clId="{05F8A6DC-6B8D-40B2-9937-CE23CBBBE902}" dt="2026-05-21T14:40:49.787" v="465"/>
        <pc:sldMkLst>
          <pc:docMk/>
          <pc:sldMk cId="2533550383" sldId="262"/>
        </pc:sldMkLst>
        <pc:spChg chg="mod">
          <ac:chgData name="agilagovindan20@outlook.com" userId="17a5e5f406806acd" providerId="LiveId" clId="{05F8A6DC-6B8D-40B2-9937-CE23CBBBE902}" dt="2026-05-21T14:29:30.524" v="426"/>
          <ac:spMkLst>
            <pc:docMk/>
            <pc:sldMk cId="2533550383" sldId="262"/>
            <ac:spMk id="2" creationId="{1A7C575D-9847-0C95-7EED-01D05A599C61}"/>
          </ac:spMkLst>
        </pc:spChg>
        <pc:picChg chg="add mod">
          <ac:chgData name="agilagovindan20@outlook.com" userId="17a5e5f406806acd" providerId="LiveId" clId="{05F8A6DC-6B8D-40B2-9937-CE23CBBBE902}" dt="2026-05-21T14:37:21.723" v="461" actId="14100"/>
          <ac:picMkLst>
            <pc:docMk/>
            <pc:sldMk cId="2533550383" sldId="262"/>
            <ac:picMk id="4" creationId="{37988B34-CC57-3B1E-650A-B02B7A6A536B}"/>
          </ac:picMkLst>
        </pc:picChg>
        <pc:picChg chg="del">
          <ac:chgData name="agilagovindan20@outlook.com" userId="17a5e5f406806acd" providerId="LiveId" clId="{05F8A6DC-6B8D-40B2-9937-CE23CBBBE902}" dt="2026-05-21T14:29:22.695" v="425" actId="478"/>
          <ac:picMkLst>
            <pc:docMk/>
            <pc:sldMk cId="2533550383" sldId="262"/>
            <ac:picMk id="6" creationId="{D889BE83-4FA3-6DB6-9674-3DBF6B12CBE8}"/>
          </ac:picMkLst>
        </pc:picChg>
        <pc:picChg chg="add del mod">
          <ac:chgData name="agilagovindan20@outlook.com" userId="17a5e5f406806acd" providerId="LiveId" clId="{05F8A6DC-6B8D-40B2-9937-CE23CBBBE902}" dt="2026-05-21T14:33:56.902" v="450" actId="478"/>
          <ac:picMkLst>
            <pc:docMk/>
            <pc:sldMk cId="2533550383" sldId="262"/>
            <ac:picMk id="7" creationId="{39C2B510-819C-2EE0-D77E-7BE8FF45C039}"/>
          </ac:picMkLst>
        </pc:picChg>
        <pc:picChg chg="add mod">
          <ac:chgData name="agilagovindan20@outlook.com" userId="17a5e5f406806acd" providerId="LiveId" clId="{05F8A6DC-6B8D-40B2-9937-CE23CBBBE902}" dt="2026-05-21T14:38:13.365" v="462" actId="14100"/>
          <ac:picMkLst>
            <pc:docMk/>
            <pc:sldMk cId="2533550383" sldId="262"/>
            <ac:picMk id="9" creationId="{06D7EE7D-BD64-49F1-584C-CF59501C77CA}"/>
          </ac:picMkLst>
        </pc:picChg>
      </pc:sldChg>
      <pc:sldChg chg="modSp add mod ord">
        <pc:chgData name="agilagovindan20@outlook.com" userId="17a5e5f406806acd" providerId="LiveId" clId="{05F8A6DC-6B8D-40B2-9937-CE23CBBBE902}" dt="2026-05-21T14:53:59.667" v="507"/>
        <pc:sldMkLst>
          <pc:docMk/>
          <pc:sldMk cId="1265810451" sldId="263"/>
        </pc:sldMkLst>
        <pc:spChg chg="mod">
          <ac:chgData name="agilagovindan20@outlook.com" userId="17a5e5f406806acd" providerId="LiveId" clId="{05F8A6DC-6B8D-40B2-9937-CE23CBBBE902}" dt="2026-05-21T14:50:48.430" v="504" actId="20577"/>
          <ac:spMkLst>
            <pc:docMk/>
            <pc:sldMk cId="1265810451" sldId="263"/>
            <ac:spMk id="2" creationId="{E08D04B8-D0B2-F933-9459-8B8508C41923}"/>
          </ac:spMkLst>
        </pc:spChg>
        <pc:spChg chg="mod">
          <ac:chgData name="agilagovindan20@outlook.com" userId="17a5e5f406806acd" providerId="LiveId" clId="{05F8A6DC-6B8D-40B2-9937-CE23CBBBE902}" dt="2026-05-21T14:47:11.310" v="493" actId="20577"/>
          <ac:spMkLst>
            <pc:docMk/>
            <pc:sldMk cId="1265810451" sldId="263"/>
            <ac:spMk id="4" creationId="{0E09CEB6-7B35-CC4A-2744-3EEB98CF5FA8}"/>
          </ac:spMkLst>
        </pc:spChg>
        <pc:spChg chg="mod">
          <ac:chgData name="agilagovindan20@outlook.com" userId="17a5e5f406806acd" providerId="LiveId" clId="{05F8A6DC-6B8D-40B2-9937-CE23CBBBE902}" dt="2026-05-21T14:46:19.605" v="490"/>
          <ac:spMkLst>
            <pc:docMk/>
            <pc:sldMk cId="1265810451" sldId="263"/>
            <ac:spMk id="5" creationId="{2F392DD7-36F2-FADD-B815-A5D57C1366AB}"/>
          </ac:spMkLst>
        </pc:spChg>
        <pc:spChg chg="mod">
          <ac:chgData name="agilagovindan20@outlook.com" userId="17a5e5f406806acd" providerId="LiveId" clId="{05F8A6DC-6B8D-40B2-9937-CE23CBBBE902}" dt="2026-05-21T14:47:02.998" v="492"/>
          <ac:spMkLst>
            <pc:docMk/>
            <pc:sldMk cId="1265810451" sldId="263"/>
            <ac:spMk id="7" creationId="{DC302A86-ED6E-9757-A239-FCCC1D6EBF32}"/>
          </ac:spMkLst>
        </pc:spChg>
      </pc:sldChg>
      <pc:sldChg chg="addSp delSp modSp add mod ord">
        <pc:chgData name="agilagovindan20@outlook.com" userId="17a5e5f406806acd" providerId="LiveId" clId="{05F8A6DC-6B8D-40B2-9937-CE23CBBBE902}" dt="2026-05-21T23:18:50.101" v="525"/>
        <pc:sldMkLst>
          <pc:docMk/>
          <pc:sldMk cId="3131145750" sldId="264"/>
        </pc:sldMkLst>
        <pc:spChg chg="mod">
          <ac:chgData name="agilagovindan20@outlook.com" userId="17a5e5f406806acd" providerId="LiveId" clId="{05F8A6DC-6B8D-40B2-9937-CE23CBBBE902}" dt="2026-05-21T23:16:49.972" v="522" actId="20577"/>
          <ac:spMkLst>
            <pc:docMk/>
            <pc:sldMk cId="3131145750" sldId="264"/>
            <ac:spMk id="2" creationId="{122B7146-7FDD-A366-0DBE-53473DD54207}"/>
          </ac:spMkLst>
        </pc:spChg>
        <pc:picChg chg="del">
          <ac:chgData name="agilagovindan20@outlook.com" userId="17a5e5f406806acd" providerId="LiveId" clId="{05F8A6DC-6B8D-40B2-9937-CE23CBBBE902}" dt="2026-05-21T23:15:57.963" v="512" actId="478"/>
          <ac:picMkLst>
            <pc:docMk/>
            <pc:sldMk cId="3131145750" sldId="264"/>
            <ac:picMk id="4" creationId="{8D4BBDBA-CF08-AB5C-B041-8E20CB4740FA}"/>
          </ac:picMkLst>
        </pc:picChg>
        <pc:picChg chg="add mod">
          <ac:chgData name="agilagovindan20@outlook.com" userId="17a5e5f406806acd" providerId="LiveId" clId="{05F8A6DC-6B8D-40B2-9937-CE23CBBBE902}" dt="2026-05-21T23:16:43.571" v="521" actId="14100"/>
          <ac:picMkLst>
            <pc:docMk/>
            <pc:sldMk cId="3131145750" sldId="264"/>
            <ac:picMk id="5" creationId="{5A7D0240-B476-385E-6C09-D4589554B4E2}"/>
          </ac:picMkLst>
        </pc:picChg>
        <pc:picChg chg="del">
          <ac:chgData name="agilagovindan20@outlook.com" userId="17a5e5f406806acd" providerId="LiveId" clId="{05F8A6DC-6B8D-40B2-9937-CE23CBBBE902}" dt="2026-05-21T23:16:01.428" v="513" actId="478"/>
          <ac:picMkLst>
            <pc:docMk/>
            <pc:sldMk cId="3131145750" sldId="264"/>
            <ac:picMk id="9" creationId="{8FEBE180-3B02-CEB1-15C9-E70DB1C679DB}"/>
          </ac:picMkLst>
        </pc:picChg>
      </pc:sldChg>
      <pc:sldChg chg="addSp delSp modSp add mod">
        <pc:chgData name="agilagovindan20@outlook.com" userId="17a5e5f406806acd" providerId="LiveId" clId="{05F8A6DC-6B8D-40B2-9937-CE23CBBBE902}" dt="2026-05-21T23:29:31.106" v="610" actId="207"/>
        <pc:sldMkLst>
          <pc:docMk/>
          <pc:sldMk cId="1502415677" sldId="265"/>
        </pc:sldMkLst>
        <pc:spChg chg="mod">
          <ac:chgData name="agilagovindan20@outlook.com" userId="17a5e5f406806acd" providerId="LiveId" clId="{05F8A6DC-6B8D-40B2-9937-CE23CBBBE902}" dt="2026-05-21T23:26:53.467" v="602" actId="207"/>
          <ac:spMkLst>
            <pc:docMk/>
            <pc:sldMk cId="1502415677" sldId="265"/>
            <ac:spMk id="2" creationId="{53C306B1-94EB-0DE3-4A5F-838FAA130D5D}"/>
          </ac:spMkLst>
        </pc:spChg>
        <pc:spChg chg="add mod">
          <ac:chgData name="agilagovindan20@outlook.com" userId="17a5e5f406806acd" providerId="LiveId" clId="{05F8A6DC-6B8D-40B2-9937-CE23CBBBE902}" dt="2026-05-21T23:29:21.692" v="609" actId="207"/>
          <ac:spMkLst>
            <pc:docMk/>
            <pc:sldMk cId="1502415677" sldId="265"/>
            <ac:spMk id="3" creationId="{45E779FA-2BF1-8113-29EB-F14D253BE58E}"/>
          </ac:spMkLst>
        </pc:spChg>
        <pc:spChg chg="del">
          <ac:chgData name="agilagovindan20@outlook.com" userId="17a5e5f406806acd" providerId="LiveId" clId="{05F8A6DC-6B8D-40B2-9937-CE23CBBBE902}" dt="2026-05-21T23:22:14.458" v="558" actId="478"/>
          <ac:spMkLst>
            <pc:docMk/>
            <pc:sldMk cId="1502415677" sldId="265"/>
            <ac:spMk id="4" creationId="{9D8C80C7-85E3-888C-49CF-189B2165C286}"/>
          </ac:spMkLst>
        </pc:spChg>
        <pc:spChg chg="mod">
          <ac:chgData name="agilagovindan20@outlook.com" userId="17a5e5f406806acd" providerId="LiveId" clId="{05F8A6DC-6B8D-40B2-9937-CE23CBBBE902}" dt="2026-05-21T23:29:14.723" v="608" actId="207"/>
          <ac:spMkLst>
            <pc:docMk/>
            <pc:sldMk cId="1502415677" sldId="265"/>
            <ac:spMk id="5" creationId="{A190166E-7977-084C-060C-556F58CD81B2}"/>
          </ac:spMkLst>
        </pc:spChg>
        <pc:spChg chg="add mod">
          <ac:chgData name="agilagovindan20@outlook.com" userId="17a5e5f406806acd" providerId="LiveId" clId="{05F8A6DC-6B8D-40B2-9937-CE23CBBBE902}" dt="2026-05-21T23:29:31.106" v="610" actId="207"/>
          <ac:spMkLst>
            <pc:docMk/>
            <pc:sldMk cId="1502415677" sldId="265"/>
            <ac:spMk id="6" creationId="{10F9D060-8A46-8A63-D770-2437D238A495}"/>
          </ac:spMkLst>
        </pc:spChg>
        <pc:spChg chg="del">
          <ac:chgData name="agilagovindan20@outlook.com" userId="17a5e5f406806acd" providerId="LiveId" clId="{05F8A6DC-6B8D-40B2-9937-CE23CBBBE902}" dt="2026-05-21T23:22:17.597" v="559" actId="478"/>
          <ac:spMkLst>
            <pc:docMk/>
            <pc:sldMk cId="1502415677" sldId="265"/>
            <ac:spMk id="7" creationId="{42243EC4-A5A6-3016-90DF-D5F2534F7870}"/>
          </ac:spMkLst>
        </pc:spChg>
      </pc:sldChg>
      <pc:sldChg chg="addSp modSp add mod">
        <pc:chgData name="agilagovindan20@outlook.com" userId="17a5e5f406806acd" providerId="LiveId" clId="{05F8A6DC-6B8D-40B2-9937-CE23CBBBE902}" dt="2026-05-21T23:37:19.756" v="677" actId="6549"/>
        <pc:sldMkLst>
          <pc:docMk/>
          <pc:sldMk cId="1222797755" sldId="266"/>
        </pc:sldMkLst>
        <pc:spChg chg="mod">
          <ac:chgData name="agilagovindan20@outlook.com" userId="17a5e5f406806acd" providerId="LiveId" clId="{05F8A6DC-6B8D-40B2-9937-CE23CBBBE902}" dt="2026-05-21T23:37:19.756" v="677" actId="6549"/>
          <ac:spMkLst>
            <pc:docMk/>
            <pc:sldMk cId="1222797755" sldId="266"/>
            <ac:spMk id="2" creationId="{6E54C56C-03FF-2410-725C-832B7C567A0F}"/>
          </ac:spMkLst>
        </pc:spChg>
        <pc:spChg chg="mod">
          <ac:chgData name="agilagovindan20@outlook.com" userId="17a5e5f406806acd" providerId="LiveId" clId="{05F8A6DC-6B8D-40B2-9937-CE23CBBBE902}" dt="2026-05-21T23:36:52.154" v="670" actId="14100"/>
          <ac:spMkLst>
            <pc:docMk/>
            <pc:sldMk cId="1222797755" sldId="266"/>
            <ac:spMk id="3" creationId="{C2CD4DB2-0422-034E-4CF5-3BB1B430D79B}"/>
          </ac:spMkLst>
        </pc:spChg>
        <pc:spChg chg="add mod">
          <ac:chgData name="agilagovindan20@outlook.com" userId="17a5e5f406806acd" providerId="LiveId" clId="{05F8A6DC-6B8D-40B2-9937-CE23CBBBE902}" dt="2026-05-21T23:37:14.676" v="675" actId="14100"/>
          <ac:spMkLst>
            <pc:docMk/>
            <pc:sldMk cId="1222797755" sldId="266"/>
            <ac:spMk id="4" creationId="{E43193AC-4553-65F7-D3F2-9C66CCB8D75D}"/>
          </ac:spMkLst>
        </pc:spChg>
        <pc:spChg chg="mod">
          <ac:chgData name="agilagovindan20@outlook.com" userId="17a5e5f406806acd" providerId="LiveId" clId="{05F8A6DC-6B8D-40B2-9937-CE23CBBBE902}" dt="2026-05-21T23:36:45.762" v="669" actId="14100"/>
          <ac:spMkLst>
            <pc:docMk/>
            <pc:sldMk cId="1222797755" sldId="266"/>
            <ac:spMk id="5" creationId="{156D52EB-D2B2-E94A-2013-C34229F7DF8E}"/>
          </ac:spMkLst>
        </pc:spChg>
        <pc:spChg chg="mod">
          <ac:chgData name="agilagovindan20@outlook.com" userId="17a5e5f406806acd" providerId="LiveId" clId="{05F8A6DC-6B8D-40B2-9937-CE23CBBBE902}" dt="2026-05-21T23:37:02.948" v="672" actId="14100"/>
          <ac:spMkLst>
            <pc:docMk/>
            <pc:sldMk cId="1222797755" sldId="266"/>
            <ac:spMk id="6" creationId="{DEDBF18B-F672-5321-02BF-3D7E639014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8FD0-3097-21C4-4506-EBF2CBD5C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52495-AAD9-23EA-E0F4-B185C3C48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43187-0E95-05A4-26B5-8A0B07B7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9FA4-CCED-E051-66A2-0F8E0A16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21144-8E16-DE05-2FE7-AF82C84B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C749-22F5-57C0-BCE3-1AAF3BF7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5530-71B0-CD0E-A9E3-D5FDD718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E9AEF-4B65-847D-0E6A-44A64263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36F6-AA0A-55C7-85E1-4858B668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AB086-0A69-8924-4E29-524DE9D0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1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06F2-00A1-F74E-65C4-DA1090C9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1D055-A10E-9BC6-2D41-3D38585D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8757-EA9F-72BE-1C00-E160F409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6EEEF-C97C-6D13-CD87-708ACCEE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CAE11-37BE-D271-F0D7-235C7EDB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1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B4FF-7793-FC65-2673-E7D54007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3118-776C-7EE4-BFC3-3A0AEA3C4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02910-3504-D851-1F05-0186BC6A7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1DC7-618F-E689-B4FD-73A68EEB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C0750-0885-F13F-6981-2F8827F4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84DE8-A307-D015-F437-5A609241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8949-B579-EC6F-D589-02F2E1C1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74D8F-B534-D9B3-0D56-FE984051C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3BA9B-B99C-0A82-8BEE-CD7D0DC20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ADBFE-CA2A-0ED7-3AEB-AA1F7FD89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99878-D165-AF5F-D42A-75B6450B0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26A98-DB42-8C96-2C9B-C8501AC7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9FAC-4B61-7ACD-104C-9B9739F4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08901-DE17-C2FE-AA0E-20842E6D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23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1366-D955-1230-97B1-0C13F255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9A6A4-F35E-5051-B913-0DFF08F2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49011-80C5-DD84-DBC5-9E0AF2AC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8C73D-1B30-E74D-8E78-A8C998D9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7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A3E0-6424-0E4F-E4A0-7E13FB6C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0DE91-5476-E298-9507-91682E38D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6FF13-EC4C-6189-A875-9A33CF6A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55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AAA2-5DF5-C295-1856-70EA0CB8E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A415-B7A8-CD9B-8040-AA3426FB4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FA584-E51E-2365-20B3-649EE866F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924DD-0899-A9C3-6AD9-29C63A73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2B3A1-5D49-1E54-619C-024E9F2E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7C640-CF5A-A9C7-C96F-17D302B8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1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934D-FF9C-3A26-0F68-60F53596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5E3A9-54B3-C442-24F9-BDB6ACB17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D14A-50CC-CC73-2C13-5F6FC136D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69B34-E2E8-CDC8-9EF4-BD1310F2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6BFB2-F7F6-33A3-5BA6-515E6D1C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DDB86-56C1-38F1-83FD-4F266CC2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1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934E-C3BE-EC63-217F-6EA1D4B3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99E4F-C741-8916-8FDB-FD9BABA38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11341-4DA6-5BFF-E8BC-DF52493F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06F98-BC0E-3F9A-9EE4-A8E4BB1E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7E6A-9E20-CC8C-8A53-B5E80D6C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00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1ED420-A3D1-D311-CBA3-362FF1E92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A54BD-B959-7D92-C85F-E4762DA3A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B0E65-8DC2-62C3-922D-E4956DD9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64E9-B137-0A4A-88CA-115BA76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C5CD4-068D-F34F-8CBF-2EB6299A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41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65779-E3D2-9D57-C127-72379AF0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C5C3E-0DC0-9D5D-67A2-90A9DF735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91FD6-5DC4-41B7-5365-C7A247D6D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2F40-BAA9-4362-AB1F-8E1FF4D2837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B0B9-0B31-5B3B-FC49-6B4B963D3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0F62-7438-6DE3-EEFC-CD74116EA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47382-5888-4525-9C6C-453DF22C2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4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5B39-62E6-EE80-92BC-8E810FF4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 MEDIA — DATA PITCH DECK</a:t>
            </a:r>
            <a:br>
              <a:rPr lang="it-IT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it-IT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it-IT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Tamil Nadu Decoded: The Election That Rewrote the Map</a:t>
            </a:r>
            <a:br>
              <a:rPr lang="en-US" sz="40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 Story in Three Acts  |  2026 Assembly Election Results</a:t>
            </a:r>
            <a:b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it-IT" dirty="0"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Presented by Agila Govindan  |  Data Source: ECI 2026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3046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AC0C-4601-461E-7CF0-877E8A67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501C-60FF-BF0B-308A-829B054F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400" dirty="0">
                <a:solidFill>
                  <a:schemeClr val="bg1"/>
                </a:solidFill>
                <a:latin typeface="+mn-lt"/>
              </a:rPr>
              <a:t>ACT 0 — SETTING THE SCENE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One Election. Three Numbers.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A Story Tamil Nadu Has Never Seen Before.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                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Source: Election Commission of India | 2021 &amp; 2026 Tamil Nadu Assembly Election Results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E9FEAC-9873-DCB1-A907-880876F23E10}"/>
              </a:ext>
            </a:extLst>
          </p:cNvPr>
          <p:cNvSpPr/>
          <p:nvPr/>
        </p:nvSpPr>
        <p:spPr>
          <a:xfrm>
            <a:off x="1206230" y="2694563"/>
            <a:ext cx="2159540" cy="73443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rgbClr val="FF0000"/>
                </a:solidFill>
              </a:rPr>
              <a:t>234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040988-4D8B-D523-E026-065AB2668ED6}"/>
              </a:ext>
            </a:extLst>
          </p:cNvPr>
          <p:cNvSpPr/>
          <p:nvPr/>
        </p:nvSpPr>
        <p:spPr>
          <a:xfrm>
            <a:off x="5016230" y="2694560"/>
            <a:ext cx="2159540" cy="7344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D05B03-9D38-C48A-3B98-F93375CAD6EC}"/>
              </a:ext>
            </a:extLst>
          </p:cNvPr>
          <p:cNvSpPr/>
          <p:nvPr/>
        </p:nvSpPr>
        <p:spPr>
          <a:xfrm>
            <a:off x="8673830" y="2694560"/>
            <a:ext cx="2159540" cy="73443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rgbClr val="FF0000"/>
                </a:solidFill>
              </a:rPr>
              <a:t>108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E39643-6AEC-03DA-2FBD-9B2095E0960D}"/>
              </a:ext>
            </a:extLst>
          </p:cNvPr>
          <p:cNvSpPr/>
          <p:nvPr/>
        </p:nvSpPr>
        <p:spPr>
          <a:xfrm>
            <a:off x="428017" y="4017525"/>
            <a:ext cx="3443593" cy="5252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Total Constituencies Across Tamil Nadu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IN" sz="16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91DCA5-6D08-8859-E2C4-C4329AB5B434}"/>
              </a:ext>
            </a:extLst>
          </p:cNvPr>
          <p:cNvSpPr/>
          <p:nvPr/>
        </p:nvSpPr>
        <p:spPr>
          <a:xfrm>
            <a:off x="4340156" y="4017525"/>
            <a:ext cx="3443593" cy="5252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/>
              <a:t>Seats That Changed Hands in 2026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IN" sz="1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83A9E4-F040-3283-C5E5-CF804B32BEA5}"/>
              </a:ext>
            </a:extLst>
          </p:cNvPr>
          <p:cNvSpPr/>
          <p:nvPr/>
        </p:nvSpPr>
        <p:spPr>
          <a:xfrm>
            <a:off x="8320390" y="4017525"/>
            <a:ext cx="3443593" cy="5252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/>
              <a:t>TVK Seats Won</a:t>
            </a:r>
          </a:p>
          <a:p>
            <a:pPr algn="ctr"/>
            <a:r>
              <a:rPr lang="en-US" sz="1600" dirty="0"/>
              <a:t>In Their First Election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7369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547E-A296-9FC0-FA99-94913FA8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83A5-D395-558D-1FA1-069257CD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400" dirty="0">
                <a:solidFill>
                  <a:schemeClr val="bg1"/>
                </a:solidFill>
                <a:latin typeface="+mn-lt"/>
              </a:rPr>
              <a:t>ACT 1 — THE FLIP STORY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4000" dirty="0">
                <a:solidFill>
                  <a:schemeClr val="bg1"/>
                </a:solidFill>
                <a:latin typeface="+mn-lt"/>
              </a:rPr>
              <a:t>7 Out of Every 10 Seats Changed Hands in 2026</a:t>
            </a: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2700" dirty="0">
                <a:solidFill>
                  <a:schemeClr val="bg1"/>
                </a:solidFill>
                <a:latin typeface="+mn-lt"/>
              </a:rPr>
            </a:br>
            <a:r>
              <a:rPr lang="en-US" sz="2700" dirty="0">
                <a:solidFill>
                  <a:srgbClr val="FF0000"/>
                </a:solidFill>
                <a:latin typeface="+mn-lt"/>
              </a:rPr>
              <a:t>163 of 234 constituencies flipped to a different party</a:t>
            </a:r>
            <a:br>
              <a:rPr lang="en-US" sz="27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               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TVK won 102 of their 108 seats by flipping from other parties.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Every TVK win in 2026 is automatically a flip — they did not exist in 2021.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ECI 2026 | Analysis based on constituency-level results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C9202C-83BA-CBAB-86DA-8F479A19D59B}"/>
              </a:ext>
            </a:extLst>
          </p:cNvPr>
          <p:cNvSpPr/>
          <p:nvPr/>
        </p:nvSpPr>
        <p:spPr>
          <a:xfrm>
            <a:off x="486651" y="3117714"/>
            <a:ext cx="2616473" cy="10940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65 seats</a:t>
            </a:r>
          </a:p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DMK → TVK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F41E8A-15C4-2033-85B9-5EA67E9A6790}"/>
              </a:ext>
            </a:extLst>
          </p:cNvPr>
          <p:cNvSpPr/>
          <p:nvPr/>
        </p:nvSpPr>
        <p:spPr>
          <a:xfrm>
            <a:off x="4373259" y="3117714"/>
            <a:ext cx="2762656" cy="10940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26 seats</a:t>
            </a:r>
          </a:p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AIADMK → TVK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783439-A637-188D-8E66-8A01C0862A38}"/>
              </a:ext>
            </a:extLst>
          </p:cNvPr>
          <p:cNvSpPr/>
          <p:nvPr/>
        </p:nvSpPr>
        <p:spPr>
          <a:xfrm>
            <a:off x="8326135" y="3117714"/>
            <a:ext cx="2675645" cy="10940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11 seats</a:t>
            </a:r>
          </a:p>
          <a:p>
            <a:pPr algn="ctr"/>
            <a:r>
              <a:rPr lang="en-I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 → TVK</a:t>
            </a:r>
          </a:p>
        </p:txBody>
      </p:sp>
    </p:spTree>
    <p:extLst>
      <p:ext uri="{BB962C8B-B14F-4D97-AF65-F5344CB8AC3E}">
        <p14:creationId xmlns:p14="http://schemas.microsoft.com/office/powerpoint/2010/main" val="186293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9F23-F378-A919-74FE-F7C45221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488F-372B-7013-0973-95538A41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</a:rPr>
              <a:t>ACT 1 — THE FLIP STORY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The Seat Count That Shocked Tamil Nadu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27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                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ECI 2021 &amp; 2026 | chart shows seats won by major parties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C998B-E57C-FBAB-BF77-EB3DEE394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14" y="1978545"/>
            <a:ext cx="9435830" cy="39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5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824B-F0B8-BBC9-DAFB-E2DACC77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CEE6-50D2-743C-C9F6-9C9A2BA9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</a:rPr>
              <a:t>ACT 2 — THE VOTE SHARE STORY</a:t>
            </a: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TVK Captured 35% of All Votes  In Their Very First Election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r>
              <a:rPr lang="en-US" sz="2200" dirty="0">
                <a:solidFill>
                  <a:srgbClr val="FF0000"/>
                </a:solidFill>
                <a:latin typeface="+mn-lt"/>
              </a:rPr>
              <a:t>While DMK lost 13.5% and AIADMK lost 12% of their vote share</a:t>
            </a: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★ Chennai Metro: DMK held 29 seats in 2021.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TVK won exactly 29 seats in 2026. A complete handover.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       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Source: ECI 2026 | Vote share calculated from total valid votes cast</a:t>
            </a:r>
            <a:br>
              <a:rPr lang="en-US" sz="1600" dirty="0">
                <a:solidFill>
                  <a:schemeClr val="bg1">
                    <a:lumMod val="85000"/>
                  </a:schemeClr>
                </a:solidFill>
              </a:rPr>
            </a:b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AECE63-23DD-3117-2309-FADD86C97E6C}"/>
              </a:ext>
            </a:extLst>
          </p:cNvPr>
          <p:cNvSpPr/>
          <p:nvPr/>
        </p:nvSpPr>
        <p:spPr>
          <a:xfrm>
            <a:off x="4025143" y="3278861"/>
            <a:ext cx="2581074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24.19%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DMK Vote Share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(was 37.7% in 2021)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A829CF-E796-06F1-9150-A01D47BCB3EB}"/>
              </a:ext>
            </a:extLst>
          </p:cNvPr>
          <p:cNvSpPr/>
          <p:nvPr/>
        </p:nvSpPr>
        <p:spPr>
          <a:xfrm>
            <a:off x="431422" y="3294102"/>
            <a:ext cx="2668622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34.92%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TVK Vote Share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(was 0% in 2021)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019611-6C56-7EBE-E15F-ED91C4A23FA5}"/>
              </a:ext>
            </a:extLst>
          </p:cNvPr>
          <p:cNvSpPr/>
          <p:nvPr/>
        </p:nvSpPr>
        <p:spPr>
          <a:xfrm>
            <a:off x="8017213" y="3294103"/>
            <a:ext cx="2908570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21.21%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AIADMK Vote Share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(was 33.29% in 2021)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7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AD70-5F4C-AEEE-885D-526D1CD1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575D-9847-0C95-7EED-01D05A59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400" dirty="0">
                <a:solidFill>
                  <a:schemeClr val="bg1"/>
                </a:solidFill>
                <a:latin typeface="+mn-lt"/>
              </a:rPr>
              <a:t>ACT 2 — THE VOTE SHARE STORY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The Numbers Behind the Shift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27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                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ECI 2021 &amp; 2026 | Regional breakdown across 6 zones of Tamil Nadu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88B34-CC57-3B1E-650A-B02B7A6A5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98" y="1783080"/>
            <a:ext cx="5307514" cy="3916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D7EE7D-BD64-49F1-584C-CF59501C7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586" y="1783080"/>
            <a:ext cx="5388313" cy="39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5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2346-CD4C-4EE4-C3D4-F8E20A44B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04B8-D0B2-F933-9459-8B8508C4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n-lt"/>
              </a:rPr>
              <a:t>ACT 3 — THE MARGIN STORY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Most Winners Got Less Than 4 Out of Every 10 Votes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lang="en-US" sz="2200" dirty="0">
                <a:solidFill>
                  <a:srgbClr val="FF0000"/>
                </a:solidFill>
                <a:latin typeface="+mn-lt"/>
              </a:rPr>
              <a:t>Tamil Nadu 2026 was a three-way split —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not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 a clean mandate</a:t>
            </a: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In 64 constituencies, more than 65% of voters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chose someone other than the winner.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Source: ECI 2026 | Winner vote share = winner votes ÷ total votes per constituency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09CEB6-7B35-CC4A-2744-3EEB98CF5FA8}"/>
              </a:ext>
            </a:extLst>
          </p:cNvPr>
          <p:cNvSpPr/>
          <p:nvPr/>
        </p:nvSpPr>
        <p:spPr>
          <a:xfrm>
            <a:off x="4025143" y="3278861"/>
            <a:ext cx="2581074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64 seats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Won with less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than 35% votes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392DD7-36F2-FADD-B815-A5D57C1366AB}"/>
              </a:ext>
            </a:extLst>
          </p:cNvPr>
          <p:cNvSpPr/>
          <p:nvPr/>
        </p:nvSpPr>
        <p:spPr>
          <a:xfrm>
            <a:off x="431422" y="3294102"/>
            <a:ext cx="2668622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38.83%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Average winner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vote share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302A86-ED6E-9757-A239-FCCC1D6EBF32}"/>
              </a:ext>
            </a:extLst>
          </p:cNvPr>
          <p:cNvSpPr/>
          <p:nvPr/>
        </p:nvSpPr>
        <p:spPr>
          <a:xfrm>
            <a:off x="8017213" y="3294103"/>
            <a:ext cx="2908570" cy="10019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Only 13 seats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Won with more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than 50% votes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81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1D94-6E52-7457-33E3-3ADFA545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7146-7FDD-A366-0DBE-53473DD5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1400" dirty="0">
                <a:solidFill>
                  <a:schemeClr val="bg1"/>
                </a:solidFill>
                <a:latin typeface="+mn-lt"/>
              </a:rPr>
              <a:t>ACT 3 — THE MARGIN STORY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How Dominant Were the Wins?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4000" dirty="0">
                <a:solidFill>
                  <a:schemeClr val="bg1"/>
                </a:solidFill>
                <a:latin typeface="+mn-lt"/>
              </a:rPr>
            </a:br>
            <a:br>
              <a:rPr lang="en-US" sz="27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                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ECI 2026 | 234 constituencies analyzed | Winner vote share calculated from total valid votes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D0240-B476-385E-6C09-D4589554B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51" y="1451296"/>
            <a:ext cx="10988514" cy="45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45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258DE-4794-B9A1-CCC6-5E21838C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6B1-94EB-0DE3-4A5F-838FAA13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n-lt"/>
              </a:rPr>
              <a:t>EDITORIAL RECOMMENDATION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What </a:t>
            </a:r>
            <a:r>
              <a:rPr lang="en-US" sz="3600" dirty="0" err="1">
                <a:solidFill>
                  <a:schemeClr val="bg1"/>
                </a:solidFill>
                <a:latin typeface="+mn-lt"/>
              </a:rPr>
              <a:t>AtliQ</a:t>
            </a:r>
            <a:r>
              <a:rPr lang="en-US" sz="3600" dirty="0">
                <a:solidFill>
                  <a:schemeClr val="bg1"/>
                </a:solidFill>
                <a:latin typeface="+mn-lt"/>
              </a:rPr>
              <a:t> Media Should Cover In the One-Hour Show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Remaining 10 minutes: Introduction + Data Disclaimer + Closing</a:t>
            </a:r>
            <a:endParaRPr lang="en-I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90166E-7977-084C-060C-556F58CD81B2}"/>
              </a:ext>
            </a:extLst>
          </p:cNvPr>
          <p:cNvSpPr/>
          <p:nvPr/>
        </p:nvSpPr>
        <p:spPr>
          <a:xfrm>
            <a:off x="179753" y="1734309"/>
            <a:ext cx="3058398" cy="381920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01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THE FLIP SEGMENT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(15 minutes)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Show the 163 flips on screen.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Focus on Chennai Metro —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29 seats handed over completely.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Lead with the house </a:t>
            </a:r>
            <a:r>
              <a:rPr lang="en-US" dirty="0">
                <a:solidFill>
                  <a:schemeClr val="bg1"/>
                </a:solidFill>
              </a:rPr>
              <a:t>flag analogy.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E779FA-2BF1-8113-29EB-F14D253BE58E}"/>
              </a:ext>
            </a:extLst>
          </p:cNvPr>
          <p:cNvSpPr/>
          <p:nvPr/>
        </p:nvSpPr>
        <p:spPr>
          <a:xfrm>
            <a:off x="4358869" y="1734309"/>
            <a:ext cx="3058398" cy="369336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02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THE VOTE SHARE SEGMENT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(20 minutes)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Show party-wise vote share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shift from 2021 to 2026.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Highlight TVK's 35% in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their debut election.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9D060-8A46-8A63-D770-2437D238A495}"/>
              </a:ext>
            </a:extLst>
          </p:cNvPr>
          <p:cNvSpPr/>
          <p:nvPr/>
        </p:nvSpPr>
        <p:spPr>
          <a:xfrm>
            <a:off x="8407168" y="1734309"/>
            <a:ext cx="3058398" cy="350741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03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 THE MANDATE SEGMENT (15 minutes) Show margin categories. Explain that 64 seats were won with less than 35% — a fragmented, three-way Tamil Nadu</a:t>
            </a:r>
            <a:r>
              <a:rPr lang="en-US" sz="2000" dirty="0"/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1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B659-55FA-5655-87F7-EDBC3DAF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C56C-03FF-2410-725C-832B7C56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826" y="-83890"/>
            <a:ext cx="12376826" cy="685799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n-lt"/>
              </a:rPr>
              <a:t>DATA LIMITATIONS &amp; SOURCES</a:t>
            </a: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br>
              <a:rPr lang="en-US" sz="1400" dirty="0">
                <a:solidFill>
                  <a:schemeClr val="bg1"/>
                </a:solidFill>
                <a:latin typeface="+mn-lt"/>
              </a:rPr>
            </a:br>
            <a:r>
              <a:rPr lang="en-US" sz="3600" dirty="0">
                <a:solidFill>
                  <a:schemeClr val="bg1"/>
                </a:solidFill>
                <a:latin typeface="+mn-lt"/>
              </a:rPr>
              <a:t>What This Data Cannot </a:t>
            </a:r>
            <a:r>
              <a:rPr lang="en-US" sz="3600">
                <a:solidFill>
                  <a:schemeClr val="bg1"/>
                </a:solidFill>
                <a:latin typeface="+mn-lt"/>
              </a:rPr>
              <a:t>Tell Us</a:t>
            </a:r>
            <a:br>
              <a:rPr lang="en-US" sz="3600">
                <a:solidFill>
                  <a:schemeClr val="bg1"/>
                </a:solidFill>
                <a:latin typeface="+mn-lt"/>
              </a:rPr>
            </a:br>
            <a:r>
              <a:rPr lang="en-US" sz="2000">
                <a:solidFill>
                  <a:srgbClr val="FF0000"/>
                </a:solidFill>
                <a:latin typeface="+mn-lt"/>
              </a:rPr>
              <a:t>Honest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boundaries of this analysis</a:t>
            </a:r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br>
              <a:rPr lang="en-US" sz="2000" dirty="0">
                <a:solidFill>
                  <a:srgbClr val="FF0000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Data Source: Election Commission of India | eci.gov.in | 2021 &amp; 2026 Tamil Nadu Assembly Election Results</a:t>
            </a:r>
            <a:endParaRPr lang="en-I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6D52EB-D2B2-E94A-2013-C34229F7DF8E}"/>
              </a:ext>
            </a:extLst>
          </p:cNvPr>
          <p:cNvSpPr/>
          <p:nvPr/>
        </p:nvSpPr>
        <p:spPr>
          <a:xfrm>
            <a:off x="-55935" y="1635854"/>
            <a:ext cx="2882312" cy="41609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⚠ </a:t>
            </a:r>
            <a:r>
              <a:rPr lang="en-US" sz="2000" dirty="0">
                <a:solidFill>
                  <a:schemeClr val="bg1"/>
                </a:solidFill>
              </a:rPr>
              <a:t>No Voter Demographics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This data does not tell us age,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gender, caste, or income of voters.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We cannot say who voted for whom.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CD4DB2-0422-034E-4CF5-3BB1B430D79B}"/>
              </a:ext>
            </a:extLst>
          </p:cNvPr>
          <p:cNvSpPr/>
          <p:nvPr/>
        </p:nvSpPr>
        <p:spPr>
          <a:xfrm>
            <a:off x="3197336" y="1635854"/>
            <a:ext cx="2726949" cy="416093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⚠</a:t>
            </a:r>
            <a:r>
              <a:rPr lang="en-US" sz="2000" dirty="0">
                <a:solidFill>
                  <a:schemeClr val="bg1"/>
                </a:solidFill>
              </a:rPr>
              <a:t> No Turnout Data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2026 turnout figures were not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available in the ECI dataset used.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Turnout comparison not included.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DBF18B-F672-5321-02BF-3D7E63901453}"/>
              </a:ext>
            </a:extLst>
          </p:cNvPr>
          <p:cNvSpPr/>
          <p:nvPr/>
        </p:nvSpPr>
        <p:spPr>
          <a:xfrm>
            <a:off x="6450607" y="1635854"/>
            <a:ext cx="2726949" cy="40050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⚠ </a:t>
            </a:r>
            <a:r>
              <a:rPr lang="en-US" sz="2000" dirty="0">
                <a:solidFill>
                  <a:schemeClr val="bg1"/>
                </a:solidFill>
              </a:rPr>
              <a:t>No Exit Poll Data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We cannot explain why parties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won or lost. Only what the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numbers show — not the reasons.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3193AC-4553-65F7-D3F2-9C66CCB8D75D}"/>
              </a:ext>
            </a:extLst>
          </p:cNvPr>
          <p:cNvSpPr/>
          <p:nvPr/>
        </p:nvSpPr>
        <p:spPr>
          <a:xfrm>
            <a:off x="9548515" y="1635855"/>
            <a:ext cx="2363852" cy="40050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⚠ </a:t>
            </a:r>
            <a:r>
              <a:rPr lang="en-US" sz="2000" dirty="0">
                <a:solidFill>
                  <a:schemeClr val="bg1"/>
                </a:solidFill>
              </a:rPr>
              <a:t> Candidate-Level Only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Alliance-level seat sharing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arrangements are not reflected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in this constituency analysis..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797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883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ATLIQ MEDIA — DATA PITCH DECK   Tamil Nadu Decoded: The Election That Rewrote the Map   A Data Story in Three Acts  |  2026 Assembly Election Results  Presented by Agila Govindan  |  Data Source: ECI 2026  </vt:lpstr>
      <vt:lpstr>     ACT 0 — SETTING THE SCENE   One Election. Three Numbers. A Story Tamil Nadu Has Never Seen Before.                               Source: Election Commission of India | 2021 &amp; 2026 Tamil Nadu Assembly Election Results   </vt:lpstr>
      <vt:lpstr>   ACT 1 — THE FLIP STORY   7 Out of Every 10 Seats Changed Hands in 2026  163 of 234 constituencies flipped to a different party                           TVK won 102 of their 108 seats by flipping from other parties. Every TVK win in 2026 is automatically a flip — they did not exist in 2021.   Source: ECI 2026 | Analysis based on constituency-level results </vt:lpstr>
      <vt:lpstr>   ACT 1 — THE FLIP STORY   The Seat Count That Shocked Tamil Nadu                                 Source: ECI 2021 &amp; 2026 | chart shows seats won by major parties </vt:lpstr>
      <vt:lpstr>   ACT 2 — THE VOTE SHARE STORY   TVK Captured 35% of All Votes  In Their Very First Election  While DMK lost 13.5% and AIADMK lost 12% of their vote share      ★ Chennai Metro: DMK held 29 seats in 2021.   TVK won exactly 29 seats in 2026. A complete handover.                       Source: ECI 2026 | Vote share calculated from total valid votes cast </vt:lpstr>
      <vt:lpstr>  ACT 2 — THE VOTE SHARE STORY   The Numbers Behind the Shift                                 Source: ECI 2021 &amp; 2026 | Regional breakdown across 6 zones of Tamil Nadu </vt:lpstr>
      <vt:lpstr>ACT 3 — THE MARGIN STORY  Most Winners Got Less Than 4 Out of Every 10 Votes  Tamil Nadu 2026 was a three-way split — not a clean mandate      In 64 constituencies, more than 65% of voters chose someone other than the winner.  Source: ECI 2026 | Winner vote share = winner votes ÷ total votes per constituency</vt:lpstr>
      <vt:lpstr>  ACT 3 — THE MARGIN STORY   How Dominant Were the Wins?                                   Source: ECI 2026 | 234 constituencies analyzed | Winner vote share calculated from total valid votes </vt:lpstr>
      <vt:lpstr>EDITORIAL RECOMMENDATION   What AtliQ Media Should Cover In the One-Hour Show            Remaining 10 minutes: Introduction + Data Disclaimer + Closing</vt:lpstr>
      <vt:lpstr>DATA LIMITATIONS &amp; SOURCES  What This Data Cannot Tell Us Honest boundaries of this analysis               Data Source: Election Commission of India | eci.gov.in | 2021 &amp; 2026 Tamil Nadu Assembly Election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agilagovindan20@outlook.com</dc:creator>
  <cp:lastModifiedBy>agilagovindan20@outlook.com</cp:lastModifiedBy>
  <cp:revision>1</cp:revision>
  <dcterms:created xsi:type="dcterms:W3CDTF">2026-05-21T00:22:54Z</dcterms:created>
  <dcterms:modified xsi:type="dcterms:W3CDTF">2026-05-21T23:37:26Z</dcterms:modified>
</cp:coreProperties>
</file>